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9EFBC0-84A4-4F81-A7FF-C08C2470A0E5}" v="1" dt="2026-10-13T05:38:09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83" autoAdjust="0"/>
  </p:normalViewPr>
  <p:slideViewPr>
    <p:cSldViewPr snapToGrid="0">
      <p:cViewPr varScale="1">
        <p:scale>
          <a:sx n="107" d="100"/>
          <a:sy n="107" d="100"/>
        </p:scale>
        <p:origin x="7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17 Becerra Mireles" userId="cc071438b9ca7d24" providerId="LiveId" clId="{2801B990-FD34-43CF-93A7-0FA542053BAB}"/>
    <pc:docChg chg="undo custSel addSld delSld modSld modMainMaster">
      <pc:chgData name="Emi17 Becerra Mireles" userId="cc071438b9ca7d24" providerId="LiveId" clId="{2801B990-FD34-43CF-93A7-0FA542053BAB}" dt="2026-10-13T05:38:12.060" v="806" actId="115"/>
      <pc:docMkLst>
        <pc:docMk/>
      </pc:docMkLst>
      <pc:sldChg chg="addSp delSp modSp mod">
        <pc:chgData name="Emi17 Becerra Mireles" userId="cc071438b9ca7d24" providerId="LiveId" clId="{2801B990-FD34-43CF-93A7-0FA542053BAB}" dt="2026-10-12T02:06:36.102" v="648"/>
        <pc:sldMkLst>
          <pc:docMk/>
          <pc:sldMk cId="1237139706" sldId="256"/>
        </pc:sldMkLst>
        <pc:spChg chg="mod">
          <ac:chgData name="Emi17 Becerra Mireles" userId="cc071438b9ca7d24" providerId="LiveId" clId="{2801B990-FD34-43CF-93A7-0FA542053BAB}" dt="2026-10-12T01:52:49.960" v="287" actId="1076"/>
          <ac:spMkLst>
            <pc:docMk/>
            <pc:sldMk cId="1237139706" sldId="256"/>
            <ac:spMk id="2" creationId="{5E7C3B78-1BB0-5E22-67C7-95D66083ACBD}"/>
          </ac:spMkLst>
        </pc:spChg>
        <pc:spChg chg="mod">
          <ac:chgData name="Emi17 Becerra Mireles" userId="cc071438b9ca7d24" providerId="LiveId" clId="{2801B990-FD34-43CF-93A7-0FA542053BAB}" dt="2026-10-12T01:53:00.935" v="288" actId="14100"/>
          <ac:spMkLst>
            <pc:docMk/>
            <pc:sldMk cId="1237139706" sldId="256"/>
            <ac:spMk id="3" creationId="{7B957E1F-DEBA-53AB-5FB7-CA9EF6F47AD0}"/>
          </ac:spMkLst>
        </pc:spChg>
        <pc:spChg chg="add del mod">
          <ac:chgData name="Emi17 Becerra Mireles" userId="cc071438b9ca7d24" providerId="LiveId" clId="{2801B990-FD34-43CF-93A7-0FA542053BAB}" dt="2026-10-12T02:06:36.102" v="648"/>
          <ac:spMkLst>
            <pc:docMk/>
            <pc:sldMk cId="1237139706" sldId="256"/>
            <ac:spMk id="6" creationId="{FB13DB2F-9997-0061-0573-59D4DEB3DCF6}"/>
          </ac:spMkLst>
        </pc:spChg>
      </pc:sldChg>
      <pc:sldChg chg="addSp delSp modSp mod">
        <pc:chgData name="Emi17 Becerra Mireles" userId="cc071438b9ca7d24" providerId="LiveId" clId="{2801B990-FD34-43CF-93A7-0FA542053BAB}" dt="2026-10-12T01:47:41.053" v="64" actId="1076"/>
        <pc:sldMkLst>
          <pc:docMk/>
          <pc:sldMk cId="954377527" sldId="257"/>
        </pc:sldMkLst>
        <pc:picChg chg="mod">
          <ac:chgData name="Emi17 Becerra Mireles" userId="cc071438b9ca7d24" providerId="LiveId" clId="{2801B990-FD34-43CF-93A7-0FA542053BAB}" dt="2026-10-12T01:47:12.686" v="56" actId="1076"/>
          <ac:picMkLst>
            <pc:docMk/>
            <pc:sldMk cId="954377527" sldId="257"/>
            <ac:picMk id="5" creationId="{7DD870A3-FC20-E746-2D9E-98738A802835}"/>
          </ac:picMkLst>
        </pc:picChg>
        <pc:picChg chg="add mod modCrop">
          <ac:chgData name="Emi17 Becerra Mireles" userId="cc071438b9ca7d24" providerId="LiveId" clId="{2801B990-FD34-43CF-93A7-0FA542053BAB}" dt="2026-10-12T01:47:21.063" v="58" actId="1076"/>
          <ac:picMkLst>
            <pc:docMk/>
            <pc:sldMk cId="954377527" sldId="257"/>
            <ac:picMk id="8" creationId="{F726D4BC-A758-8008-228F-B9790A695E28}"/>
          </ac:picMkLst>
        </pc:picChg>
        <pc:picChg chg="add del mod modCrop">
          <ac:chgData name="Emi17 Becerra Mireles" userId="cc071438b9ca7d24" providerId="LiveId" clId="{2801B990-FD34-43CF-93A7-0FA542053BAB}" dt="2026-10-12T01:43:56.714" v="14" actId="478"/>
          <ac:picMkLst>
            <pc:docMk/>
            <pc:sldMk cId="954377527" sldId="257"/>
            <ac:picMk id="9" creationId="{28F21B68-B236-8D07-5A42-CB894E1A26D3}"/>
          </ac:picMkLst>
        </pc:picChg>
        <pc:picChg chg="add mod modCrop">
          <ac:chgData name="Emi17 Becerra Mireles" userId="cc071438b9ca7d24" providerId="LiveId" clId="{2801B990-FD34-43CF-93A7-0FA542053BAB}" dt="2026-10-12T01:46:55.732" v="52" actId="1076"/>
          <ac:picMkLst>
            <pc:docMk/>
            <pc:sldMk cId="954377527" sldId="257"/>
            <ac:picMk id="10" creationId="{4BD69E05-C38E-1464-ECA8-3FD2C356E700}"/>
          </ac:picMkLst>
        </pc:picChg>
        <pc:picChg chg="add mod modCrop">
          <ac:chgData name="Emi17 Becerra Mireles" userId="cc071438b9ca7d24" providerId="LiveId" clId="{2801B990-FD34-43CF-93A7-0FA542053BAB}" dt="2026-10-12T01:46:41.488" v="48" actId="1076"/>
          <ac:picMkLst>
            <pc:docMk/>
            <pc:sldMk cId="954377527" sldId="257"/>
            <ac:picMk id="11" creationId="{1EB95AEE-8D94-855D-31FC-F23D9157D7D6}"/>
          </ac:picMkLst>
        </pc:picChg>
        <pc:picChg chg="add mod modCrop">
          <ac:chgData name="Emi17 Becerra Mireles" userId="cc071438b9ca7d24" providerId="LiveId" clId="{2801B990-FD34-43CF-93A7-0FA542053BAB}" dt="2026-10-12T01:47:04.950" v="54" actId="14100"/>
          <ac:picMkLst>
            <pc:docMk/>
            <pc:sldMk cId="954377527" sldId="257"/>
            <ac:picMk id="13" creationId="{1A55F620-223D-6E6C-A8F3-3054BBCE2AF7}"/>
          </ac:picMkLst>
        </pc:picChg>
        <pc:picChg chg="add mod">
          <ac:chgData name="Emi17 Becerra Mireles" userId="cc071438b9ca7d24" providerId="LiveId" clId="{2801B990-FD34-43CF-93A7-0FA542053BAB}" dt="2026-10-12T01:47:41.053" v="64" actId="1076"/>
          <ac:picMkLst>
            <pc:docMk/>
            <pc:sldMk cId="954377527" sldId="257"/>
            <ac:picMk id="14" creationId="{6588A81E-9DA5-FAB4-8B97-122D34FDD92B}"/>
          </ac:picMkLst>
        </pc:picChg>
      </pc:sldChg>
      <pc:sldChg chg="addSp delSp modSp new mod">
        <pc:chgData name="Emi17 Becerra Mireles" userId="cc071438b9ca7d24" providerId="LiveId" clId="{2801B990-FD34-43CF-93A7-0FA542053BAB}" dt="2026-10-12T02:12:47.923" v="731" actId="1076"/>
        <pc:sldMkLst>
          <pc:docMk/>
          <pc:sldMk cId="2467315892" sldId="258"/>
        </pc:sldMkLst>
        <pc:spChg chg="mod">
          <ac:chgData name="Emi17 Becerra Mireles" userId="cc071438b9ca7d24" providerId="LiveId" clId="{2801B990-FD34-43CF-93A7-0FA542053BAB}" dt="2026-10-12T02:07:59.647" v="662" actId="14100"/>
          <ac:spMkLst>
            <pc:docMk/>
            <pc:sldMk cId="2467315892" sldId="258"/>
            <ac:spMk id="2" creationId="{0C6B0165-9621-EB67-B6BB-3E144F565F4B}"/>
          </ac:spMkLst>
        </pc:spChg>
        <pc:spChg chg="del">
          <ac:chgData name="Emi17 Becerra Mireles" userId="cc071438b9ca7d24" providerId="LiveId" clId="{2801B990-FD34-43CF-93A7-0FA542053BAB}" dt="2026-10-12T01:48:09.255" v="66" actId="22"/>
          <ac:spMkLst>
            <pc:docMk/>
            <pc:sldMk cId="2467315892" sldId="258"/>
            <ac:spMk id="3" creationId="{90DF0C34-161B-37D6-53DE-6BB3D31EFBD7}"/>
          </ac:spMkLst>
        </pc:spChg>
        <pc:spChg chg="mod">
          <ac:chgData name="Emi17 Becerra Mireles" userId="cc071438b9ca7d24" providerId="LiveId" clId="{2801B990-FD34-43CF-93A7-0FA542053BAB}" dt="2026-10-12T02:07:55.549" v="661" actId="1076"/>
          <ac:spMkLst>
            <pc:docMk/>
            <pc:sldMk cId="2467315892" sldId="258"/>
            <ac:spMk id="4" creationId="{87A13930-2E01-4C0F-BCAF-503E8D0E5596}"/>
          </ac:spMkLst>
        </pc:spChg>
        <pc:spChg chg="add del mod">
          <ac:chgData name="Emi17 Becerra Mireles" userId="cc071438b9ca7d24" providerId="LiveId" clId="{2801B990-FD34-43CF-93A7-0FA542053BAB}" dt="2026-10-12T02:02:19.537" v="567" actId="1076"/>
          <ac:spMkLst>
            <pc:docMk/>
            <pc:sldMk cId="2467315892" sldId="258"/>
            <ac:spMk id="8" creationId="{96203981-CDCB-77DD-5865-FF4934B04099}"/>
          </ac:spMkLst>
        </pc:spChg>
        <pc:spChg chg="add mod">
          <ac:chgData name="Emi17 Becerra Mireles" userId="cc071438b9ca7d24" providerId="LiveId" clId="{2801B990-FD34-43CF-93A7-0FA542053BAB}" dt="2026-10-12T02:12:37.749" v="730" actId="1076"/>
          <ac:spMkLst>
            <pc:docMk/>
            <pc:sldMk cId="2467315892" sldId="258"/>
            <ac:spMk id="11" creationId="{1D2E0669-B924-903F-7580-5322176F3A57}"/>
          </ac:spMkLst>
        </pc:spChg>
        <pc:picChg chg="add mod">
          <ac:chgData name="Emi17 Becerra Mireles" userId="cc071438b9ca7d24" providerId="LiveId" clId="{2801B990-FD34-43CF-93A7-0FA542053BAB}" dt="2026-10-12T01:51:40.790" v="252" actId="1076"/>
          <ac:picMkLst>
            <pc:docMk/>
            <pc:sldMk cId="2467315892" sldId="258"/>
            <ac:picMk id="6" creationId="{811A6A02-05BA-D27F-5B24-D51E497F72D3}"/>
          </ac:picMkLst>
        </pc:picChg>
        <pc:picChg chg="add mod modCrop">
          <ac:chgData name="Emi17 Becerra Mireles" userId="cc071438b9ca7d24" providerId="LiveId" clId="{2801B990-FD34-43CF-93A7-0FA542053BAB}" dt="2026-10-12T02:08:01.389" v="664" actId="1076"/>
          <ac:picMkLst>
            <pc:docMk/>
            <pc:sldMk cId="2467315892" sldId="258"/>
            <ac:picMk id="7" creationId="{F6C7D1B9-4115-A496-BC16-793B360B2558}"/>
          </ac:picMkLst>
        </pc:picChg>
        <pc:picChg chg="add mod modCrop">
          <ac:chgData name="Emi17 Becerra Mireles" userId="cc071438b9ca7d24" providerId="LiveId" clId="{2801B990-FD34-43CF-93A7-0FA542053BAB}" dt="2026-10-12T02:12:47.923" v="731" actId="1076"/>
          <ac:picMkLst>
            <pc:docMk/>
            <pc:sldMk cId="2467315892" sldId="258"/>
            <ac:picMk id="10" creationId="{9EAC0B06-5A26-3E90-5002-1B7458512AF6}"/>
          </ac:picMkLst>
        </pc:picChg>
      </pc:sldChg>
      <pc:sldChg chg="addSp delSp modSp new mod">
        <pc:chgData name="Emi17 Becerra Mireles" userId="cc071438b9ca7d24" providerId="LiveId" clId="{2801B990-FD34-43CF-93A7-0FA542053BAB}" dt="2026-10-12T02:00:55.232" v="527" actId="1076"/>
        <pc:sldMkLst>
          <pc:docMk/>
          <pc:sldMk cId="3068271213" sldId="259"/>
        </pc:sldMkLst>
        <pc:spChg chg="mod">
          <ac:chgData name="Emi17 Becerra Mireles" userId="cc071438b9ca7d24" providerId="LiveId" clId="{2801B990-FD34-43CF-93A7-0FA542053BAB}" dt="2026-10-12T01:53:43.752" v="320" actId="20577"/>
          <ac:spMkLst>
            <pc:docMk/>
            <pc:sldMk cId="3068271213" sldId="259"/>
            <ac:spMk id="2" creationId="{968F457D-C1F8-FBD6-D859-D3E0B0630055}"/>
          </ac:spMkLst>
        </pc:spChg>
        <pc:spChg chg="mod">
          <ac:chgData name="Emi17 Becerra Mireles" userId="cc071438b9ca7d24" providerId="LiveId" clId="{2801B990-FD34-43CF-93A7-0FA542053BAB}" dt="2026-10-12T01:54:41.636" v="420" actId="27636"/>
          <ac:spMkLst>
            <pc:docMk/>
            <pc:sldMk cId="3068271213" sldId="259"/>
            <ac:spMk id="3" creationId="{4AAB3FF5-C0E3-79CA-0C7E-E5730AB67B7D}"/>
          </ac:spMkLst>
        </pc:spChg>
        <pc:spChg chg="del mod">
          <ac:chgData name="Emi17 Becerra Mireles" userId="cc071438b9ca7d24" providerId="LiveId" clId="{2801B990-FD34-43CF-93A7-0FA542053BAB}" dt="2026-10-12T01:55:38.582" v="421" actId="478"/>
          <ac:spMkLst>
            <pc:docMk/>
            <pc:sldMk cId="3068271213" sldId="259"/>
            <ac:spMk id="4" creationId="{C11D6711-1A6C-5EF0-3AFE-0221FF247F37}"/>
          </ac:spMkLst>
        </pc:spChg>
        <pc:spChg chg="add mod">
          <ac:chgData name="Emi17 Becerra Mireles" userId="cc071438b9ca7d24" providerId="LiveId" clId="{2801B990-FD34-43CF-93A7-0FA542053BAB}" dt="2026-10-12T01:59:19.927" v="504" actId="1076"/>
          <ac:spMkLst>
            <pc:docMk/>
            <pc:sldMk cId="3068271213" sldId="259"/>
            <ac:spMk id="5" creationId="{38A9BCF1-5922-FD9B-5DC5-A9543DBF9BF8}"/>
          </ac:spMkLst>
        </pc:spChg>
        <pc:spChg chg="add del mod">
          <ac:chgData name="Emi17 Becerra Mireles" userId="cc071438b9ca7d24" providerId="LiveId" clId="{2801B990-FD34-43CF-93A7-0FA542053BAB}" dt="2026-10-12T01:57:51.834" v="463"/>
          <ac:spMkLst>
            <pc:docMk/>
            <pc:sldMk cId="3068271213" sldId="259"/>
            <ac:spMk id="7" creationId="{4EEC0C93-F04C-03D5-E7DD-AF7225CD5C89}"/>
          </ac:spMkLst>
        </pc:spChg>
        <pc:spChg chg="add mod">
          <ac:chgData name="Emi17 Becerra Mireles" userId="cc071438b9ca7d24" providerId="LiveId" clId="{2801B990-FD34-43CF-93A7-0FA542053BAB}" dt="2026-10-12T01:59:49.752" v="517" actId="207"/>
          <ac:spMkLst>
            <pc:docMk/>
            <pc:sldMk cId="3068271213" sldId="259"/>
            <ac:spMk id="9" creationId="{C9DF4160-992F-945C-599A-8724F303BB7A}"/>
          </ac:spMkLst>
        </pc:spChg>
        <pc:picChg chg="add mod modCrop">
          <ac:chgData name="Emi17 Becerra Mireles" userId="cc071438b9ca7d24" providerId="LiveId" clId="{2801B990-FD34-43CF-93A7-0FA542053BAB}" dt="2026-10-12T01:59:38.740" v="515" actId="14100"/>
          <ac:picMkLst>
            <pc:docMk/>
            <pc:sldMk cId="3068271213" sldId="259"/>
            <ac:picMk id="6" creationId="{FC4BC02D-7616-4079-10B5-6248435CB196}"/>
          </ac:picMkLst>
        </pc:picChg>
        <pc:picChg chg="add mod modCrop">
          <ac:chgData name="Emi17 Becerra Mireles" userId="cc071438b9ca7d24" providerId="LiveId" clId="{2801B990-FD34-43CF-93A7-0FA542053BAB}" dt="2026-10-12T01:59:40.468" v="516" actId="1076"/>
          <ac:picMkLst>
            <pc:docMk/>
            <pc:sldMk cId="3068271213" sldId="259"/>
            <ac:picMk id="10" creationId="{AC3CACE0-A0DA-2A1E-2762-68144F2CF49D}"/>
          </ac:picMkLst>
        </pc:picChg>
        <pc:picChg chg="add mod modCrop">
          <ac:chgData name="Emi17 Becerra Mireles" userId="cc071438b9ca7d24" providerId="LiveId" clId="{2801B990-FD34-43CF-93A7-0FA542053BAB}" dt="2026-10-12T02:00:55.232" v="527" actId="1076"/>
          <ac:picMkLst>
            <pc:docMk/>
            <pc:sldMk cId="3068271213" sldId="259"/>
            <ac:picMk id="11" creationId="{09BA6AE3-13AD-1127-3289-83B9AD5792D9}"/>
          </ac:picMkLst>
        </pc:picChg>
      </pc:sldChg>
      <pc:sldChg chg="addSp delSp modSp new mod">
        <pc:chgData name="Emi17 Becerra Mireles" userId="cc071438b9ca7d24" providerId="LiveId" clId="{2801B990-FD34-43CF-93A7-0FA542053BAB}" dt="2026-10-13T05:38:12.060" v="806" actId="115"/>
        <pc:sldMkLst>
          <pc:docMk/>
          <pc:sldMk cId="1197134656" sldId="260"/>
        </pc:sldMkLst>
        <pc:spChg chg="mod">
          <ac:chgData name="Emi17 Becerra Mireles" userId="cc071438b9ca7d24" providerId="LiveId" clId="{2801B990-FD34-43CF-93A7-0FA542053BAB}" dt="2026-10-12T02:16:28.901" v="783" actId="27636"/>
          <ac:spMkLst>
            <pc:docMk/>
            <pc:sldMk cId="1197134656" sldId="260"/>
            <ac:spMk id="2" creationId="{02BD0D7D-B08A-9059-46CC-B2AB8BF8FA07}"/>
          </ac:spMkLst>
        </pc:spChg>
        <pc:spChg chg="del">
          <ac:chgData name="Emi17 Becerra Mireles" userId="cc071438b9ca7d24" providerId="LiveId" clId="{2801B990-FD34-43CF-93A7-0FA542053BAB}" dt="2026-10-12T02:02:36.264" v="568"/>
          <ac:spMkLst>
            <pc:docMk/>
            <pc:sldMk cId="1197134656" sldId="260"/>
            <ac:spMk id="3" creationId="{0EB988FB-A847-B51D-60A5-0ED728764CB9}"/>
          </ac:spMkLst>
        </pc:spChg>
        <pc:spChg chg="del">
          <ac:chgData name="Emi17 Becerra Mireles" userId="cc071438b9ca7d24" providerId="LiveId" clId="{2801B990-FD34-43CF-93A7-0FA542053BAB}" dt="2026-10-12T02:02:39.083" v="569" actId="478"/>
          <ac:spMkLst>
            <pc:docMk/>
            <pc:sldMk cId="1197134656" sldId="260"/>
            <ac:spMk id="4" creationId="{6F01F80A-9674-E10C-8EE7-52C19E180356}"/>
          </ac:spMkLst>
        </pc:spChg>
        <pc:spChg chg="add del mod">
          <ac:chgData name="Emi17 Becerra Mireles" userId="cc071438b9ca7d24" providerId="LiveId" clId="{2801B990-FD34-43CF-93A7-0FA542053BAB}" dt="2026-10-12T02:06:08.901" v="632"/>
          <ac:spMkLst>
            <pc:docMk/>
            <pc:sldMk cId="1197134656" sldId="260"/>
            <ac:spMk id="6" creationId="{7F46F41A-DD36-421B-3099-C696DFBB06C6}"/>
          </ac:spMkLst>
        </pc:spChg>
        <pc:spChg chg="add del mod">
          <ac:chgData name="Emi17 Becerra Mireles" userId="cc071438b9ca7d24" providerId="LiveId" clId="{2801B990-FD34-43CF-93A7-0FA542053BAB}" dt="2026-10-12T02:06:13.364" v="635"/>
          <ac:spMkLst>
            <pc:docMk/>
            <pc:sldMk cId="1197134656" sldId="260"/>
            <ac:spMk id="7" creationId="{4C254F41-E60F-85EC-DD6F-6843A52D605C}"/>
          </ac:spMkLst>
        </pc:spChg>
        <pc:spChg chg="add del mod">
          <ac:chgData name="Emi17 Becerra Mireles" userId="cc071438b9ca7d24" providerId="LiveId" clId="{2801B990-FD34-43CF-93A7-0FA542053BAB}" dt="2026-10-12T02:16:10.626" v="778"/>
          <ac:spMkLst>
            <pc:docMk/>
            <pc:sldMk cId="1197134656" sldId="260"/>
            <ac:spMk id="8" creationId="{F584E24C-213C-D7FB-4460-D720E613851C}"/>
          </ac:spMkLst>
        </pc:spChg>
        <pc:spChg chg="add mod">
          <ac:chgData name="Emi17 Becerra Mireles" userId="cc071438b9ca7d24" providerId="LiveId" clId="{2801B990-FD34-43CF-93A7-0FA542053BAB}" dt="2026-10-13T05:38:12.060" v="806" actId="115"/>
          <ac:spMkLst>
            <pc:docMk/>
            <pc:sldMk cId="1197134656" sldId="260"/>
            <ac:spMk id="9" creationId="{53C8F6EE-B373-9F1B-A1A1-3B3894185019}"/>
          </ac:spMkLst>
        </pc:spChg>
        <pc:graphicFrameChg chg="add mod modGraphic">
          <ac:chgData name="Emi17 Becerra Mireles" userId="cc071438b9ca7d24" providerId="LiveId" clId="{2801B990-FD34-43CF-93A7-0FA542053BAB}" dt="2026-10-12T02:17:17.754" v="795" actId="14100"/>
          <ac:graphicFrameMkLst>
            <pc:docMk/>
            <pc:sldMk cId="1197134656" sldId="260"/>
            <ac:graphicFrameMk id="5" creationId="{F78B4379-45FB-F61F-FFD9-664313F70BD2}"/>
          </ac:graphicFrameMkLst>
        </pc:graphicFrameChg>
      </pc:sldChg>
      <pc:sldChg chg="new del">
        <pc:chgData name="Emi17 Becerra Mireles" userId="cc071438b9ca7d24" providerId="LiveId" clId="{2801B990-FD34-43CF-93A7-0FA542053BAB}" dt="2026-10-12T03:05:24.276" v="802" actId="47"/>
        <pc:sldMkLst>
          <pc:docMk/>
          <pc:sldMk cId="3027613137" sldId="261"/>
        </pc:sldMkLst>
      </pc:sldChg>
      <pc:sldMasterChg chg="setBg modSldLayout">
        <pc:chgData name="Emi17 Becerra Mireles" userId="cc071438b9ca7d24" providerId="LiveId" clId="{2801B990-FD34-43CF-93A7-0FA542053BAB}" dt="2026-10-12T02:06:24.713" v="645"/>
        <pc:sldMasterMkLst>
          <pc:docMk/>
          <pc:sldMasterMk cId="2897775313" sldId="2147483672"/>
        </pc:sldMasterMkLst>
        <pc:sldLayoutChg chg="addSp delSp modSp mod">
          <pc:chgData name="Emi17 Becerra Mireles" userId="cc071438b9ca7d24" providerId="LiveId" clId="{2801B990-FD34-43CF-93A7-0FA542053BAB}" dt="2026-10-12T02:06:24.713" v="645"/>
          <pc:sldLayoutMkLst>
            <pc:docMk/>
            <pc:sldMasterMk cId="2897775313" sldId="2147483672"/>
            <pc:sldLayoutMk cId="1113743226" sldId="2147483676"/>
          </pc:sldLayoutMkLst>
          <pc:spChg chg="del">
            <ac:chgData name="Emi17 Becerra Mireles" userId="cc071438b9ca7d24" providerId="LiveId" clId="{2801B990-FD34-43CF-93A7-0FA542053BAB}" dt="2026-10-12T02:06:23.035" v="642" actId="478"/>
            <ac:spMkLst>
              <pc:docMk/>
              <pc:sldMasterMk cId="2897775313" sldId="2147483672"/>
              <pc:sldLayoutMk cId="1113743226" sldId="2147483676"/>
              <ac:spMk id="2" creationId="{261E6C1A-B85C-C3FB-4C74-9EF58E9650E8}"/>
            </ac:spMkLst>
          </pc:spChg>
          <pc:spChg chg="add del mod">
            <ac:chgData name="Emi17 Becerra Mireles" userId="cc071438b9ca7d24" providerId="LiveId" clId="{2801B990-FD34-43CF-93A7-0FA542053BAB}" dt="2026-10-12T02:06:19.549" v="638"/>
            <ac:spMkLst>
              <pc:docMk/>
              <pc:sldMasterMk cId="2897775313" sldId="2147483672"/>
              <pc:sldLayoutMk cId="1113743226" sldId="2147483676"/>
              <ac:spMk id="8" creationId="{E1C37562-85B2-640C-ADB3-AFE880A67837}"/>
            </ac:spMkLst>
          </pc:spChg>
          <pc:spChg chg="add del mod">
            <ac:chgData name="Emi17 Becerra Mireles" userId="cc071438b9ca7d24" providerId="LiveId" clId="{2801B990-FD34-43CF-93A7-0FA542053BAB}" dt="2026-10-12T02:06:20.683" v="641"/>
            <ac:spMkLst>
              <pc:docMk/>
              <pc:sldMasterMk cId="2897775313" sldId="2147483672"/>
              <pc:sldLayoutMk cId="1113743226" sldId="2147483676"/>
              <ac:spMk id="9" creationId="{372735CB-B3F9-76AF-4243-3195D92105FF}"/>
            </ac:spMkLst>
          </pc:spChg>
          <pc:spChg chg="add del mod">
            <ac:chgData name="Emi17 Becerra Mireles" userId="cc071438b9ca7d24" providerId="LiveId" clId="{2801B990-FD34-43CF-93A7-0FA542053BAB}" dt="2026-10-12T02:06:24.713" v="645"/>
            <ac:spMkLst>
              <pc:docMk/>
              <pc:sldMasterMk cId="2897775313" sldId="2147483672"/>
              <pc:sldLayoutMk cId="1113743226" sldId="2147483676"/>
              <ac:spMk id="10" creationId="{CF8054EE-A6A3-0813-56E4-7885C9157931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52186-219F-D86A-000E-C27E69F0A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EE5912-DF12-2169-1B35-E67B4FD88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77A385-CC08-63A6-AE37-8A073B23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Emilio Alejandro Becerra Mireles</a:t>
            </a:r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1C32C2-2C49-63D6-733B-A0711EC8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MX"/>
              <a:t>1</a:t>
            </a:r>
            <a:endParaRPr lang="es-MX" dirty="0"/>
          </a:p>
        </p:txBody>
      </p:sp>
      <p:sp>
        <p:nvSpPr>
          <p:cNvPr id="7" name="Marcador de fecha 2">
            <a:extLst>
              <a:ext uri="{FF2B5EF4-FFF2-40B4-BE49-F238E27FC236}">
                <a16:creationId xmlns:a16="http://schemas.microsoft.com/office/drawing/2014/main" id="{AB6CBBB4-9CBD-7EFA-E8D7-102680631F9F}"/>
              </a:ext>
            </a:extLst>
          </p:cNvPr>
          <p:cNvSpPr txBox="1">
            <a:spLocks/>
          </p:cNvSpPr>
          <p:nvPr/>
        </p:nvSpPr>
        <p:spPr>
          <a:xfrm>
            <a:off x="9549241" y="-55357"/>
            <a:ext cx="2642759" cy="8773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UNIVERSIDAD POLITÉCNICA DE VICTORIA </a:t>
            </a:r>
          </a:p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Carrera: Ingeniería en Mecatrónica </a:t>
            </a:r>
          </a:p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Asignatura: Desarrollo Humano y Valores</a:t>
            </a: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E78413BE-DDDA-4654-4C90-4A803438733D}"/>
              </a:ext>
            </a:extLst>
          </p:cNvPr>
          <p:cNvSpPr txBox="1">
            <a:spLocks/>
          </p:cNvSpPr>
          <p:nvPr/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s-MX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Emilio Alejandro Becerra Mireles</a:t>
            </a:r>
            <a:endParaRPr lang="es-MX" dirty="0"/>
          </a:p>
        </p:txBody>
      </p:sp>
      <p:pic>
        <p:nvPicPr>
          <p:cNvPr id="9" name="Picture 2" descr="Universidad Politécnica de Victoria">
            <a:extLst>
              <a:ext uri="{FF2B5EF4-FFF2-40B4-BE49-F238E27FC236}">
                <a16:creationId xmlns:a16="http://schemas.microsoft.com/office/drawing/2014/main" id="{D41A62B5-3E6E-E7C8-8762-A78E14B43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1428401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Secretaría de Educación | Gobierno del Estado de Tamaulipas">
            <a:extLst>
              <a:ext uri="{FF2B5EF4-FFF2-40B4-BE49-F238E27FC236}">
                <a16:creationId xmlns:a16="http://schemas.microsoft.com/office/drawing/2014/main" id="{ED0EBD59-3ED3-C76B-2790-5572D9E9E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639" y="7904"/>
            <a:ext cx="885014" cy="52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Secretaría de Educación de Tamaulipas informa: – 7dias Tamaulipas">
            <a:extLst>
              <a:ext uri="{FF2B5EF4-FFF2-40B4-BE49-F238E27FC236}">
                <a16:creationId xmlns:a16="http://schemas.microsoft.com/office/drawing/2014/main" id="{EF1A5B2F-0F41-99BB-E96D-0F5E20125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091" y="21338"/>
            <a:ext cx="1825548" cy="52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1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A5E89-2D3C-29D7-BEA7-7E7E01F0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51A854-7DEF-D829-1747-86AAFF508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FB9D8D-AF5A-72B8-A613-25525B248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53FB9D-5252-2ADF-8363-9E918E559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131592-4DE3-DBF2-F2AD-9300CDE8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281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E44BE-56D7-4B32-270A-4C4CC968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8FB76C-C8A7-2920-C99E-AA08CE451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139AE3-839B-DD30-A7F9-C296FFC4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3AC70C-7742-EAC8-2E2A-9D4F9478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4FF938-5862-F2F8-29CB-7DF6ABF2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921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276BD1-89B1-DC1A-485E-3AC3ABB4A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934CC3-2383-22AD-D833-4F5E328A2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45C9EB-4C61-B9A6-A175-080ABFC1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2090CB-C37B-F76B-0822-A0E6133E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5624FB-F771-2FFE-4179-3515D22C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374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D7D71-7604-5A88-2975-24798AE65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F2D0F0-9215-3489-DD56-740E1FF6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071612-2634-BF9E-B13A-D833EAE0D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26A874-C12A-6563-3BB0-733377550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95D9B1-A5A8-1EB3-2599-A403202FF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32C6D9-6AF8-E71D-C183-AE622C7F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5D1F3C-0C53-18C4-A741-BD2238A4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EB5F44-8721-A671-9E15-B1AA374D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856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248F7-02A5-79BE-2C3D-141191C8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7125FA6-1F9C-E1CD-B732-DB834F59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7EB3BF-B97C-26D8-DEA5-348628F7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DFA5FD-D577-3225-4744-87FF6F69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318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778FA5-68B0-D317-2D33-D474C737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81D2FB-281C-4666-D73B-B02600BB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FBFE00-8832-D9E2-6EB4-4B639364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30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6F3B9-0BF6-BB10-8289-FF586F02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DC8D85-F90B-A737-10B3-D01FA758A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7677A7-DB27-6805-4240-55B5B9724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37BA05-6149-E944-A0E5-9C45D527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11F836-0AD3-31F9-9A7E-B266876C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7179FF-9FC9-52CC-EB51-F3C4D15C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539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E3950-EA9E-BF3F-72D0-FD4D5C06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311275-324E-ACE3-8687-E29EF6C25C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403EC3-FF78-2178-5EE9-F744E7D29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A3A14D-64E3-714B-321A-21DE31C0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CE3E39-4BBD-43B4-9791-5B10BDCC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D59C73-8BC6-91B0-560F-2EC6155B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977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6A36B-05F4-DBD5-ED7F-0BB428A6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25C78A-516F-F515-A77E-EF3FFC234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B519B-5214-EFF0-4B15-5B016029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C951B9-5FFA-BDF6-D3E6-59D597F1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7EDF6F-7F3E-15F9-2B70-59F1FE26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889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D152BB-96CD-B18B-12B2-7C58336A9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7CE903-6921-6F85-7BC4-5EE41E132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B645B5-D2A5-CA24-64B0-3643EDB5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EDE008-6F59-63DB-66A1-CA1B11D1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CC710C-0F64-851A-010C-EF8E40A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2835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091EDE-5555-F608-015D-6A895C0D3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C05CFF-6CB3-E7FB-56CF-6D63E176A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014E0A-C764-308D-0914-B4F7B6668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75FD0-0906-4F8E-8A94-1A31F9E6BEBA}" type="datetimeFigureOut">
              <a:rPr lang="es-MX" smtClean="0"/>
              <a:t>12/10/2026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2A896F-5247-A97F-55E7-C38D3F4DE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01B8D9-89EF-63DA-51D9-7DD063614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30AC6-345E-4387-B6E0-366527578832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B31DC133-A2AE-9959-9031-792BA9E56D67}"/>
              </a:ext>
            </a:extLst>
          </p:cNvPr>
          <p:cNvSpPr txBox="1">
            <a:spLocks/>
          </p:cNvSpPr>
          <p:nvPr userDrawn="1"/>
        </p:nvSpPr>
        <p:spPr>
          <a:xfrm>
            <a:off x="4047858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/>
              <a:t>Emilio Alejandro Becerra Mireles</a:t>
            </a:r>
            <a:endParaRPr lang="es-MX" dirty="0"/>
          </a:p>
        </p:txBody>
      </p:sp>
      <p:sp>
        <p:nvSpPr>
          <p:cNvPr id="8" name="Marcador de fecha 2">
            <a:extLst>
              <a:ext uri="{FF2B5EF4-FFF2-40B4-BE49-F238E27FC236}">
                <a16:creationId xmlns:a16="http://schemas.microsoft.com/office/drawing/2014/main" id="{123A9B91-5632-5D50-FF7E-9ABAE8EC0E91}"/>
              </a:ext>
            </a:extLst>
          </p:cNvPr>
          <p:cNvSpPr txBox="1">
            <a:spLocks/>
          </p:cNvSpPr>
          <p:nvPr userDrawn="1"/>
        </p:nvSpPr>
        <p:spPr>
          <a:xfrm>
            <a:off x="9558499" y="-55357"/>
            <a:ext cx="2642759" cy="8773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UNIVERSIDAD POLITÉCNICA DE VICTORIA </a:t>
            </a:r>
          </a:p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Carrera: Ingeniería en Mecatrónica </a:t>
            </a:r>
          </a:p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Asignatura: Desarrollo Humano y Valores</a:t>
            </a:r>
          </a:p>
        </p:txBody>
      </p:sp>
      <p:pic>
        <p:nvPicPr>
          <p:cNvPr id="9" name="Picture 2" descr="Universidad Politécnica de Victoria">
            <a:extLst>
              <a:ext uri="{FF2B5EF4-FFF2-40B4-BE49-F238E27FC236}">
                <a16:creationId xmlns:a16="http://schemas.microsoft.com/office/drawing/2014/main" id="{4D2E7266-9281-B15A-D77E-B537222E56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" y="-2"/>
            <a:ext cx="1428401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Secretaría de Educación | Gobierno del Estado de Tamaulipas">
            <a:extLst>
              <a:ext uri="{FF2B5EF4-FFF2-40B4-BE49-F238E27FC236}">
                <a16:creationId xmlns:a16="http://schemas.microsoft.com/office/drawing/2014/main" id="{76BC8FF3-1604-2571-3AA5-22D6A4C900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897" y="7904"/>
            <a:ext cx="885014" cy="52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Secretaría de Educación de Tamaulipas informa: – 7dias Tamaulipas">
            <a:extLst>
              <a:ext uri="{FF2B5EF4-FFF2-40B4-BE49-F238E27FC236}">
                <a16:creationId xmlns:a16="http://schemas.microsoft.com/office/drawing/2014/main" id="{7FB61673-3E37-9B8F-B752-9E70083361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349" y="21338"/>
            <a:ext cx="1825548" cy="52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7753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C3B78-1BB0-5E22-67C7-95D66083AC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82643" y="681037"/>
            <a:ext cx="2339568" cy="1798652"/>
          </a:xfrm>
        </p:spPr>
        <p:txBody>
          <a:bodyPr anchor="ctr">
            <a:normAutofit fontScale="90000"/>
          </a:bodyPr>
          <a:lstStyle/>
          <a:p>
            <a:r>
              <a:rPr lang="es-MX" sz="16600" dirty="0"/>
              <a:t>uv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957E1F-DEBA-53AB-5FB7-CA9EF6F47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479690"/>
            <a:ext cx="5181600" cy="3697274"/>
          </a:xfrm>
        </p:spPr>
        <p:txBody>
          <a:bodyPr>
            <a:normAutofit/>
          </a:bodyPr>
          <a:lstStyle/>
          <a:p>
            <a:r>
              <a:rPr lang="es-MX" dirty="0"/>
              <a:t>Nombre: Emilio Alejandro Becerra Mireles</a:t>
            </a:r>
          </a:p>
          <a:p>
            <a:r>
              <a:rPr lang="es-MX" dirty="0"/>
              <a:t>Matrícula: 2630438</a:t>
            </a:r>
          </a:p>
          <a:p>
            <a:r>
              <a:rPr lang="es-MX" dirty="0"/>
              <a:t>Materia: Metodologías de la programación</a:t>
            </a:r>
          </a:p>
          <a:p>
            <a:r>
              <a:rPr lang="es-MX" dirty="0"/>
              <a:t>Profesor: Carlos Antonio Tovar García </a:t>
            </a:r>
          </a:p>
          <a:p>
            <a:endParaRPr lang="es-MX" dirty="0"/>
          </a:p>
        </p:txBody>
      </p:sp>
      <p:pic>
        <p:nvPicPr>
          <p:cNvPr id="5" name="Imagen 4" descr="Python uv : 패키지 관리 도구">
            <a:extLst>
              <a:ext uri="{FF2B5EF4-FFF2-40B4-BE49-F238E27FC236}">
                <a16:creationId xmlns:a16="http://schemas.microsoft.com/office/drawing/2014/main" id="{E146ABBC-D3AE-C915-84FC-F9696BAFC6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5" b="14379"/>
          <a:stretch>
            <a:fillRect/>
          </a:stretch>
        </p:blipFill>
        <p:spPr>
          <a:xfrm>
            <a:off x="6172200" y="1190625"/>
            <a:ext cx="5937762" cy="4986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7139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2A6E8-3F6A-17F2-2DA3-DE73E6B329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/>
              <a:t>El gran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B2ED55-0A7A-16DE-F62A-09FEF645B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719216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11200" b="1" dirty="0"/>
              <a:t>Hoy en día 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11200" b="1" dirty="0"/>
              <a:t>Todo en un mismo lugar 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11200" b="1" dirty="0"/>
              <a:t>Ambiente virtual 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11200" b="1" dirty="0"/>
              <a:t>No es suficiente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11200" b="1" dirty="0"/>
              <a:t>Tiempo 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11200" b="1" dirty="0"/>
              <a:t>El salvador </a:t>
            </a:r>
            <a:br>
              <a:rPr lang="es-MX" sz="11200" dirty="0"/>
            </a:br>
            <a:br>
              <a:rPr lang="es-MX" dirty="0"/>
            </a:br>
            <a:endParaRPr lang="es-MX" dirty="0"/>
          </a:p>
        </p:txBody>
      </p:sp>
      <p:pic>
        <p:nvPicPr>
          <p:cNvPr id="5" name="Imagen 4" descr="uv: A Complete Guide to Python's Fastest Package Manager | pydevtools">
            <a:extLst>
              <a:ext uri="{FF2B5EF4-FFF2-40B4-BE49-F238E27FC236}">
                <a16:creationId xmlns:a16="http://schemas.microsoft.com/office/drawing/2014/main" id="{7DD870A3-FC20-E746-2D9E-98738A8028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09938" y="470304"/>
            <a:ext cx="4830607" cy="2710641"/>
          </a:xfrm>
          <a:prstGeom prst="rect">
            <a:avLst/>
          </a:prstGeom>
        </p:spPr>
      </p:pic>
      <p:pic>
        <p:nvPicPr>
          <p:cNvPr id="8" name="Imagen 7" descr="Entornos virtuales en Python o venv. ¿Qué son? ¿Para qué sirven?">
            <a:extLst>
              <a:ext uri="{FF2B5EF4-FFF2-40B4-BE49-F238E27FC236}">
                <a16:creationId xmlns:a16="http://schemas.microsoft.com/office/drawing/2014/main" id="{F726D4BC-A758-8008-228F-B9790A695E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44623" y="2421819"/>
            <a:ext cx="3345872" cy="3345872"/>
          </a:xfrm>
          <a:prstGeom prst="rect">
            <a:avLst/>
          </a:prstGeom>
        </p:spPr>
      </p:pic>
      <p:pic>
        <p:nvPicPr>
          <p:cNvPr id="10" name="Imagen 9" descr="Download WinRAR 64-bit 7.01 for Windows - Filehippo.com">
            <a:extLst>
              <a:ext uri="{FF2B5EF4-FFF2-40B4-BE49-F238E27FC236}">
                <a16:creationId xmlns:a16="http://schemas.microsoft.com/office/drawing/2014/main" id="{4BD69E05-C38E-1464-ECA8-3FD2C356E7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19757" y="2998699"/>
            <a:ext cx="566458" cy="566458"/>
          </a:xfrm>
          <a:prstGeom prst="rect">
            <a:avLst/>
          </a:prstGeom>
        </p:spPr>
      </p:pic>
      <p:pic>
        <p:nvPicPr>
          <p:cNvPr id="11" name="Imagen 10" descr="Icono de cronómetro animado, Ilustraciones Incluyendo: cronógrafo y hora - Envato">
            <a:extLst>
              <a:ext uri="{FF2B5EF4-FFF2-40B4-BE49-F238E27FC236}">
                <a16:creationId xmlns:a16="http://schemas.microsoft.com/office/drawing/2014/main" id="{1EB95AEE-8D94-855D-31FC-F23D9157D7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220" t="19673" r="24293" b="23638"/>
          <a:stretch>
            <a:fillRect/>
          </a:stretch>
        </p:blipFill>
        <p:spPr>
          <a:xfrm flipH="1">
            <a:off x="2702830" y="3375034"/>
            <a:ext cx="483343" cy="553680"/>
          </a:xfrm>
          <a:prstGeom prst="rect">
            <a:avLst/>
          </a:prstGeom>
        </p:spPr>
      </p:pic>
      <p:pic>
        <p:nvPicPr>
          <p:cNvPr id="13" name="Imagen 12" descr="Python uv : 패키지 관리 도구">
            <a:extLst>
              <a:ext uri="{FF2B5EF4-FFF2-40B4-BE49-F238E27FC236}">
                <a16:creationId xmlns:a16="http://schemas.microsoft.com/office/drawing/2014/main" id="{1A55F620-223D-6E6C-A8F3-3054BBCE2A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13" t="5912" r="25568" b="24198"/>
          <a:stretch>
            <a:fillRect/>
          </a:stretch>
        </p:blipFill>
        <p:spPr>
          <a:xfrm>
            <a:off x="3511677" y="4010685"/>
            <a:ext cx="2242865" cy="2251608"/>
          </a:xfrm>
          <a:prstGeom prst="rect">
            <a:avLst/>
          </a:prstGeom>
          <a:noFill/>
        </p:spPr>
      </p:pic>
      <p:pic>
        <p:nvPicPr>
          <p:cNvPr id="14" name="Imagen 13" descr="Quién es Sentry? : r/superheroes">
            <a:extLst>
              <a:ext uri="{FF2B5EF4-FFF2-40B4-BE49-F238E27FC236}">
                <a16:creationId xmlns:a16="http://schemas.microsoft.com/office/drawing/2014/main" id="{6588A81E-9DA5-FAB4-8B97-122D34FDD9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6014" y="6130860"/>
            <a:ext cx="78528" cy="7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7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B0165-9621-EB67-B6BB-3E144F565F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3493367" cy="1325563"/>
          </a:xfrm>
        </p:spPr>
        <p:txBody>
          <a:bodyPr/>
          <a:lstStyle/>
          <a:p>
            <a:r>
              <a:rPr lang="es-MX" dirty="0"/>
              <a:t>¿Qué es uv?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A13930-2E01-4C0F-BCAF-503E8D0E5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9377" y="854990"/>
            <a:ext cx="5181600" cy="27586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3800" dirty="0"/>
              <a:t>“Una sola herramienta para reemplazar </a:t>
            </a:r>
            <a:r>
              <a:rPr lang="es-MX" sz="3800" dirty="0" err="1"/>
              <a:t>pip</a:t>
            </a:r>
            <a:r>
              <a:rPr lang="es-MX" sz="3800" dirty="0"/>
              <a:t>, </a:t>
            </a:r>
            <a:r>
              <a:rPr lang="es-MX" sz="3800" dirty="0" err="1"/>
              <a:t>piptools</a:t>
            </a:r>
            <a:r>
              <a:rPr lang="es-MX" sz="3800" dirty="0"/>
              <a:t>, </a:t>
            </a:r>
            <a:r>
              <a:rPr lang="es-MX" sz="3800" dirty="0" err="1"/>
              <a:t>pipx</a:t>
            </a:r>
            <a:r>
              <a:rPr lang="es-MX" sz="3800" dirty="0"/>
              <a:t>, </a:t>
            </a:r>
            <a:r>
              <a:rPr lang="es-MX" sz="3800" dirty="0" err="1"/>
              <a:t>poetry</a:t>
            </a:r>
            <a:r>
              <a:rPr lang="es-MX" sz="3800" dirty="0"/>
              <a:t>, </a:t>
            </a:r>
            <a:r>
              <a:rPr lang="es-MX" sz="3800" dirty="0" err="1"/>
              <a:t>pyenv</a:t>
            </a:r>
            <a:r>
              <a:rPr lang="es-MX" sz="3800" dirty="0"/>
              <a:t>, </a:t>
            </a:r>
            <a:r>
              <a:rPr lang="es-MX" sz="3800" dirty="0" err="1"/>
              <a:t>twine</a:t>
            </a:r>
            <a:r>
              <a:rPr lang="es-MX" sz="3800" dirty="0"/>
              <a:t>, </a:t>
            </a:r>
            <a:r>
              <a:rPr lang="es-MX" sz="3800" dirty="0" err="1"/>
              <a:t>virtualenv</a:t>
            </a:r>
            <a:r>
              <a:rPr lang="es-MX" sz="3800" dirty="0"/>
              <a:t> y más”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6" name="Marcador de contenido 5" descr="Python uv : 패키지 관리 도구">
            <a:extLst>
              <a:ext uri="{FF2B5EF4-FFF2-40B4-BE49-F238E27FC236}">
                <a16:creationId xmlns:a16="http://schemas.microsoft.com/office/drawing/2014/main" id="{811A6A02-05BA-D27F-5B24-D51E497F72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4813" t="5912" r="25568" b="24198"/>
          <a:stretch>
            <a:fillRect/>
          </a:stretch>
        </p:blipFill>
        <p:spPr>
          <a:xfrm>
            <a:off x="267523" y="3681139"/>
            <a:ext cx="2964564" cy="2976104"/>
          </a:xfrm>
          <a:prstGeom prst="rect">
            <a:avLst/>
          </a:prstGeom>
          <a:noFill/>
        </p:spPr>
      </p:pic>
      <p:pic>
        <p:nvPicPr>
          <p:cNvPr id="7" name="Imagen 6" descr="Rust el lenguaje de programación - Blog de Código Facilito">
            <a:extLst>
              <a:ext uri="{FF2B5EF4-FFF2-40B4-BE49-F238E27FC236}">
                <a16:creationId xmlns:a16="http://schemas.microsoft.com/office/drawing/2014/main" id="{F6C7D1B9-4115-A496-BC16-793B360B25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4055" y="1307452"/>
            <a:ext cx="3179416" cy="212154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6203981-CDCB-77DD-5865-FF4934B04099}"/>
              </a:ext>
            </a:extLst>
          </p:cNvPr>
          <p:cNvSpPr txBox="1"/>
          <p:nvPr/>
        </p:nvSpPr>
        <p:spPr>
          <a:xfrm>
            <a:off x="267523" y="4118675"/>
            <a:ext cx="287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5"/>
                </a:solidFill>
              </a:rPr>
              <a:t>https://docs.astral.sh/uv/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EAC0B06-5A26-3E90-5002-1B7458512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22"/>
          <a:stretch>
            <a:fillRect/>
          </a:stretch>
        </p:blipFill>
        <p:spPr>
          <a:xfrm>
            <a:off x="3689784" y="1627807"/>
            <a:ext cx="3073280" cy="148083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D2E0669-B924-903F-7580-5322176F3A57}"/>
              </a:ext>
            </a:extLst>
          </p:cNvPr>
          <p:cNvSpPr txBox="1"/>
          <p:nvPr/>
        </p:nvSpPr>
        <p:spPr>
          <a:xfrm>
            <a:off x="4052705" y="3326750"/>
            <a:ext cx="432851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600" b="1" dirty="0"/>
              <a:t>De 10 a 100 veces más rápido que </a:t>
            </a:r>
            <a:r>
              <a:rPr lang="es-MX" sz="1600" b="1" dirty="0" err="1"/>
              <a:t>pip</a:t>
            </a:r>
            <a:r>
              <a:rPr lang="es-MX" sz="1600" b="1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600" b="1" dirty="0"/>
              <a:t>Proporciona una gestión de proyectos integral, con un archivo de bloqueo (</a:t>
            </a:r>
            <a:r>
              <a:rPr lang="es-MX" sz="1600" b="1" dirty="0" err="1"/>
              <a:t>lockfile</a:t>
            </a:r>
            <a:r>
              <a:rPr lang="es-MX" sz="1600" b="1" dirty="0"/>
              <a:t>) universal.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600" b="1" dirty="0"/>
              <a:t>Instala y gestiona versiones de Python.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600" b="1" dirty="0"/>
              <a:t>Ejecuta e instala herramientas publicadas como paquetes de Python.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600" b="1" dirty="0"/>
              <a:t>Instalable sin Rust ni Python a través de </a:t>
            </a:r>
            <a:r>
              <a:rPr lang="es-MX" sz="1600" b="1" dirty="0" err="1"/>
              <a:t>curl</a:t>
            </a:r>
            <a:r>
              <a:rPr lang="es-MX" sz="1600" b="1" dirty="0"/>
              <a:t> o </a:t>
            </a:r>
            <a:r>
              <a:rPr lang="es-MX" sz="1600" b="1" dirty="0" err="1"/>
              <a:t>pip</a:t>
            </a:r>
            <a:r>
              <a:rPr lang="es-MX" sz="1600" b="1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600" b="1" dirty="0"/>
              <a:t>Compatible con macOS, Linux y Windows.</a:t>
            </a:r>
          </a:p>
          <a:p>
            <a:pPr lvl="0"/>
            <a:endParaRPr lang="es-MX" sz="1400" b="1" dirty="0"/>
          </a:p>
        </p:txBody>
      </p:sp>
    </p:spTree>
    <p:extLst>
      <p:ext uri="{BB962C8B-B14F-4D97-AF65-F5344CB8AC3E}">
        <p14:creationId xmlns:p14="http://schemas.microsoft.com/office/powerpoint/2010/main" val="246731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F457D-C1F8-FBD6-D859-D3E0B06300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/>
              <a:t>Conceptos clave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AB3FF5-C0E3-79CA-0C7E-E5730AB67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022098"/>
          </a:xfrm>
        </p:spPr>
        <p:txBody>
          <a:bodyPr>
            <a:normAutofit/>
          </a:bodyPr>
          <a:lstStyle/>
          <a:p>
            <a:r>
              <a:rPr lang="es-MX" dirty="0"/>
              <a:t>Biblioteca estándar (Python)</a:t>
            </a:r>
          </a:p>
          <a:p>
            <a:r>
              <a:rPr lang="es-MX" dirty="0"/>
              <a:t>Bibliotecas (De terceros) </a:t>
            </a:r>
          </a:p>
          <a:p>
            <a:r>
              <a:rPr lang="es-MX" dirty="0"/>
              <a:t>Ambientes virtuales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A9BCF1-5922-FD9B-5DC5-A9543DBF9BF8}"/>
              </a:ext>
            </a:extLst>
          </p:cNvPr>
          <p:cNvSpPr txBox="1"/>
          <p:nvPr/>
        </p:nvSpPr>
        <p:spPr>
          <a:xfrm>
            <a:off x="6458386" y="845905"/>
            <a:ext cx="2619076" cy="15696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chemeClr val="accent4"/>
                </a:solidFill>
              </a:rPr>
              <a:t>Random </a:t>
            </a:r>
            <a:r>
              <a:rPr lang="es-MX" sz="4800" dirty="0">
                <a:solidFill>
                  <a:srgbClr val="FFC000"/>
                </a:solidFill>
              </a:rPr>
              <a:t>Math</a:t>
            </a:r>
          </a:p>
        </p:txBody>
      </p:sp>
      <p:pic>
        <p:nvPicPr>
          <p:cNvPr id="6" name="Imagen 5" descr="Archivo:Python-logo-notext.svg - Wikipedia, la enciclopedia libre">
            <a:extLst>
              <a:ext uri="{FF2B5EF4-FFF2-40B4-BE49-F238E27FC236}">
                <a16:creationId xmlns:a16="http://schemas.microsoft.com/office/drawing/2014/main" id="{FC4BC02D-7616-4079-10B5-6248435CB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46049" y="698279"/>
            <a:ext cx="1717286" cy="171728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9DF4160-992F-945C-599A-8724F303BB7A}"/>
              </a:ext>
            </a:extLst>
          </p:cNvPr>
          <p:cNvSpPr txBox="1"/>
          <p:nvPr/>
        </p:nvSpPr>
        <p:spPr>
          <a:xfrm>
            <a:off x="6379415" y="2736401"/>
            <a:ext cx="2767217" cy="15696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4800" dirty="0">
                <a:solidFill>
                  <a:schemeClr val="tx1"/>
                </a:solidFill>
              </a:rPr>
              <a:t>Requests</a:t>
            </a:r>
          </a:p>
          <a:p>
            <a:r>
              <a:rPr lang="es-MX" sz="4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Rich</a:t>
            </a:r>
          </a:p>
        </p:txBody>
      </p:sp>
      <p:pic>
        <p:nvPicPr>
          <p:cNvPr id="10" name="Imagen 9" descr="Foto de perfil - Iconos gratis de social">
            <a:extLst>
              <a:ext uri="{FF2B5EF4-FFF2-40B4-BE49-F238E27FC236}">
                <a16:creationId xmlns:a16="http://schemas.microsoft.com/office/drawing/2014/main" id="{AC3CACE0-A0DA-2A1E-2762-68144F2CF4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65325" y="2669207"/>
            <a:ext cx="1916081" cy="1916081"/>
          </a:xfrm>
          <a:prstGeom prst="rect">
            <a:avLst/>
          </a:prstGeom>
        </p:spPr>
      </p:pic>
      <p:pic>
        <p:nvPicPr>
          <p:cNvPr id="11" name="Imagen 10" descr="Entornos virtuales de Python: común y Anaconda - Jarroba">
            <a:extLst>
              <a:ext uri="{FF2B5EF4-FFF2-40B4-BE49-F238E27FC236}">
                <a16:creationId xmlns:a16="http://schemas.microsoft.com/office/drawing/2014/main" id="{09BA6AE3-13AD-1127-3289-83B9AD5792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80307" y="3220770"/>
            <a:ext cx="4297385" cy="308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7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D0D7D-B08A-9059-46CC-B2AB8BF8FA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1060" y="877235"/>
            <a:ext cx="4495240" cy="684866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accent5"/>
                </a:solidFill>
              </a:rPr>
              <a:t>Comandos</a:t>
            </a:r>
            <a:r>
              <a:rPr lang="es-MX" dirty="0"/>
              <a:t> </a:t>
            </a:r>
            <a:r>
              <a:rPr lang="es-MX" dirty="0">
                <a:solidFill>
                  <a:srgbClr val="FFFF00"/>
                </a:solidFill>
              </a:rPr>
              <a:t>útiles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78B4379-45FB-F61F-FFD9-664313F70BD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20719318"/>
              </p:ext>
            </p:extLst>
          </p:nvPr>
        </p:nvGraphicFramePr>
        <p:xfrm>
          <a:off x="4171950" y="466726"/>
          <a:ext cx="6848476" cy="59367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4238">
                  <a:extLst>
                    <a:ext uri="{9D8B030D-6E8A-4147-A177-3AD203B41FA5}">
                      <a16:colId xmlns:a16="http://schemas.microsoft.com/office/drawing/2014/main" val="944266384"/>
                    </a:ext>
                  </a:extLst>
                </a:gridCol>
                <a:gridCol w="3424238">
                  <a:extLst>
                    <a:ext uri="{9D8B030D-6E8A-4147-A177-3AD203B41FA5}">
                      <a16:colId xmlns:a16="http://schemas.microsoft.com/office/drawing/2014/main" val="3901194918"/>
                    </a:ext>
                  </a:extLst>
                </a:gridCol>
              </a:tblGrid>
              <a:tr h="361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 dirty="0">
                          <a:solidFill>
                            <a:schemeClr val="accent5"/>
                          </a:solidFill>
                        </a:rPr>
                        <a:t>Comando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 dirty="0">
                          <a:solidFill>
                            <a:schemeClr val="accent5"/>
                          </a:solidFill>
                        </a:rPr>
                        <a:t>Función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275376195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--</a:t>
                      </a:r>
                      <a:r>
                        <a:rPr lang="es-MX" sz="1200" b="1" dirty="0" err="1"/>
                        <a:t>version</a:t>
                      </a:r>
                      <a:endParaRPr lang="es-MX" sz="1200" b="1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/>
                        <a:t>Muestra la versión instalada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910794861"/>
                  </a:ext>
                </a:extLst>
              </a:tr>
              <a:tr h="47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init</a:t>
                      </a:r>
                      <a:r>
                        <a:rPr lang="es-MX" sz="1200" b="1" dirty="0"/>
                        <a:t> nombre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Crea un proyecto nuevo (con --</a:t>
                      </a:r>
                      <a:r>
                        <a:rPr lang="es-MX" sz="1100" b="1" dirty="0" err="1"/>
                        <a:t>package</a:t>
                      </a:r>
                      <a:r>
                        <a:rPr lang="es-MX" sz="1100" b="1" dirty="0"/>
                        <a:t> usa la estructura con </a:t>
                      </a:r>
                      <a:r>
                        <a:rPr lang="es-MX" sz="1100" b="1" dirty="0" err="1"/>
                        <a:t>src</a:t>
                      </a:r>
                      <a:r>
                        <a:rPr lang="es-MX" sz="1100" b="1" dirty="0"/>
                        <a:t>/)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69476197"/>
                  </a:ext>
                </a:extLst>
              </a:tr>
              <a:tr h="47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add</a:t>
                      </a:r>
                      <a:r>
                        <a:rPr lang="es-MX" sz="1200" b="1" dirty="0"/>
                        <a:t> paquete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Instala un paquete y lo anota en </a:t>
                      </a:r>
                      <a:r>
                        <a:rPr lang="es-MX" sz="1100" b="1" dirty="0" err="1"/>
                        <a:t>pyproject.toml</a:t>
                      </a:r>
                      <a:endParaRPr lang="es-MX" sz="1100" b="1" dirty="0"/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939065660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remove</a:t>
                      </a:r>
                      <a:r>
                        <a:rPr lang="es-MX" sz="1200" b="1" dirty="0"/>
                        <a:t> paquete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Quita un paquete del proyecto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08804525"/>
                  </a:ext>
                </a:extLst>
              </a:tr>
              <a:tr h="47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run archivo.py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Ejecuta tu programa dentro del ambiente, sin activarlo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6543577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/>
                        <a:t>uv sync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Crea o actualiza .</a:t>
                      </a:r>
                      <a:r>
                        <a:rPr lang="es-MX" sz="1100" b="1" dirty="0" err="1"/>
                        <a:t>venv</a:t>
                      </a:r>
                      <a:r>
                        <a:rPr lang="es-MX" sz="1100" b="1" dirty="0"/>
                        <a:t> según el proyecto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445701881"/>
                  </a:ext>
                </a:extLst>
              </a:tr>
              <a:tr h="47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lock</a:t>
                      </a:r>
                      <a:endParaRPr lang="es-MX" sz="1200" b="1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Genera o actualiza </a:t>
                      </a:r>
                      <a:r>
                        <a:rPr lang="es-MX" sz="1100" b="1" dirty="0" err="1"/>
                        <a:t>uv.lock</a:t>
                      </a:r>
                      <a:r>
                        <a:rPr lang="es-MX" sz="1100" b="1" dirty="0"/>
                        <a:t> con las versiones exactas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210689166"/>
                  </a:ext>
                </a:extLst>
              </a:tr>
              <a:tr h="47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tree</a:t>
                      </a:r>
                      <a:endParaRPr lang="es-MX" sz="1200" b="1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Muestra las dependencias y las de sus dependencias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305203813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venv</a:t>
                      </a:r>
                      <a:endParaRPr lang="es-MX" sz="1200" b="1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/>
                        <a:t>Crea un ambiente virtual vacío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32468407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python</a:t>
                      </a:r>
                      <a:r>
                        <a:rPr lang="es-MX" sz="1200" b="1" dirty="0"/>
                        <a:t> </a:t>
                      </a:r>
                      <a:r>
                        <a:rPr lang="es-MX" sz="1200" b="1" dirty="0" err="1"/>
                        <a:t>install</a:t>
                      </a:r>
                      <a:r>
                        <a:rPr lang="es-MX" sz="1200" b="1" dirty="0"/>
                        <a:t> 3.12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Descarga e instala una versión de Python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934385151"/>
                  </a:ext>
                </a:extLst>
              </a:tr>
              <a:tr h="259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python</a:t>
                      </a:r>
                      <a:r>
                        <a:rPr lang="es-MX" sz="1200" b="1" dirty="0"/>
                        <a:t> </a:t>
                      </a:r>
                      <a:r>
                        <a:rPr lang="es-MX" sz="1200" b="1" dirty="0" err="1"/>
                        <a:t>list</a:t>
                      </a:r>
                      <a:endParaRPr lang="es-MX" sz="1200" b="1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/>
                        <a:t>Lista las versiones de Python disponibles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41217343"/>
                  </a:ext>
                </a:extLst>
              </a:tr>
              <a:tr h="47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python</a:t>
                      </a:r>
                      <a:r>
                        <a:rPr lang="es-MX" sz="1200" b="1" dirty="0"/>
                        <a:t> pin 3.12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Fija la versión de Python del proyecto (.</a:t>
                      </a:r>
                      <a:r>
                        <a:rPr lang="es-MX" sz="1100" b="1" dirty="0" err="1"/>
                        <a:t>python-version</a:t>
                      </a:r>
                      <a:r>
                        <a:rPr lang="es-MX" sz="1100" b="1" dirty="0"/>
                        <a:t>)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459949627"/>
                  </a:ext>
                </a:extLst>
              </a:tr>
              <a:tr h="352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/>
                        <a:t>uvx herramienta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Ejecuta una herramienta sin instalarla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832792358"/>
                  </a:ext>
                </a:extLst>
              </a:tr>
              <a:tr h="352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tool</a:t>
                      </a:r>
                      <a:r>
                        <a:rPr lang="es-MX" sz="1200" b="1" dirty="0"/>
                        <a:t> </a:t>
                      </a:r>
                      <a:r>
                        <a:rPr lang="es-MX" sz="1200" b="1" dirty="0" err="1"/>
                        <a:t>install</a:t>
                      </a:r>
                      <a:r>
                        <a:rPr lang="es-MX" sz="1200" b="1" dirty="0"/>
                        <a:t> herramienta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Instala una herramienta de terminal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236020284"/>
                  </a:ext>
                </a:extLst>
              </a:tr>
              <a:tr h="47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uv </a:t>
                      </a:r>
                      <a:r>
                        <a:rPr lang="es-MX" sz="1200" b="1" dirty="0" err="1"/>
                        <a:t>self</a:t>
                      </a:r>
                      <a:r>
                        <a:rPr lang="es-MX" sz="1200" b="1" dirty="0"/>
                        <a:t> </a:t>
                      </a:r>
                      <a:r>
                        <a:rPr lang="es-MX" sz="1200" b="1" dirty="0" err="1"/>
                        <a:t>update</a:t>
                      </a:r>
                      <a:endParaRPr lang="es-MX" sz="1200" b="1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100" b="1" dirty="0"/>
                        <a:t>Actualiza uv (si lo instalaste con el instalador oficial)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035865647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3C8F6EE-B373-9F1B-A1A1-3B3894185019}"/>
              </a:ext>
            </a:extLst>
          </p:cNvPr>
          <p:cNvSpPr txBox="1"/>
          <p:nvPr/>
        </p:nvSpPr>
        <p:spPr>
          <a:xfrm>
            <a:off x="95251" y="2628577"/>
            <a:ext cx="407669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 err="1">
                <a:solidFill>
                  <a:schemeClr val="accent5"/>
                </a:solidFill>
              </a:rPr>
              <a:t>powershell</a:t>
            </a:r>
            <a:r>
              <a:rPr lang="en-US" sz="1600" b="1" u="sng" dirty="0">
                <a:solidFill>
                  <a:schemeClr val="accent5"/>
                </a:solidFill>
              </a:rPr>
              <a:t> -</a:t>
            </a:r>
            <a:r>
              <a:rPr lang="en-US" sz="1600" b="1" u="sng" dirty="0" err="1">
                <a:solidFill>
                  <a:schemeClr val="accent5"/>
                </a:solidFill>
              </a:rPr>
              <a:t>ExecutionPolicy</a:t>
            </a:r>
            <a:r>
              <a:rPr lang="en-US" sz="1600" b="1" u="sng" dirty="0">
                <a:solidFill>
                  <a:schemeClr val="accent5"/>
                </a:solidFill>
              </a:rPr>
              <a:t> </a:t>
            </a:r>
            <a:r>
              <a:rPr lang="en-US" sz="1600" b="1" u="sng" dirty="0" err="1">
                <a:solidFill>
                  <a:schemeClr val="accent5"/>
                </a:solidFill>
              </a:rPr>
              <a:t>ByPass</a:t>
            </a:r>
            <a:r>
              <a:rPr lang="en-US" sz="1600" b="1" u="sng" dirty="0">
                <a:solidFill>
                  <a:schemeClr val="accent5"/>
                </a:solidFill>
              </a:rPr>
              <a:t> -c "</a:t>
            </a:r>
            <a:r>
              <a:rPr lang="en-US" sz="1600" b="1" u="sng" dirty="0" err="1">
                <a:solidFill>
                  <a:schemeClr val="accent5"/>
                </a:solidFill>
              </a:rPr>
              <a:t>irm</a:t>
            </a:r>
            <a:r>
              <a:rPr lang="en-US" sz="1600" b="1" u="sng" dirty="0">
                <a:solidFill>
                  <a:schemeClr val="accent5"/>
                </a:solidFill>
              </a:rPr>
              <a:t> https://astral.sh/uv/0.13.0/install.ps1 | </a:t>
            </a:r>
            <a:r>
              <a:rPr lang="en-US" sz="1600" b="1" u="sng" dirty="0" err="1">
                <a:solidFill>
                  <a:schemeClr val="accent5"/>
                </a:solidFill>
              </a:rPr>
              <a:t>iex</a:t>
            </a:r>
            <a:r>
              <a:rPr lang="en-US" sz="1600" b="1" u="sng" dirty="0">
                <a:solidFill>
                  <a:schemeClr val="accent5"/>
                </a:solidFill>
              </a:rPr>
              <a:t>“</a:t>
            </a:r>
          </a:p>
          <a:p>
            <a:endParaRPr lang="en-US" sz="1600" b="1" u="sng" dirty="0">
              <a:solidFill>
                <a:schemeClr val="accent5"/>
              </a:solidFill>
            </a:endParaRPr>
          </a:p>
          <a:p>
            <a:r>
              <a:rPr lang="en-US" sz="1600" b="1" u="sng" dirty="0">
                <a:solidFill>
                  <a:schemeClr val="accent5"/>
                </a:solidFill>
              </a:rPr>
              <a:t>https://github.com/NotMemi777/Uv_exposicion</a:t>
            </a:r>
          </a:p>
          <a:p>
            <a:endParaRPr lang="es-MX" u="sng" dirty="0"/>
          </a:p>
        </p:txBody>
      </p:sp>
    </p:spTree>
    <p:extLst>
      <p:ext uri="{BB962C8B-B14F-4D97-AF65-F5344CB8AC3E}">
        <p14:creationId xmlns:p14="http://schemas.microsoft.com/office/powerpoint/2010/main" val="1197134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 le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1 lety" id="{712EFE01-2D50-44A3-94F3-53BBBE82D31B}" vid="{D594BFF1-84C4-4D25-BB7A-17EB7FA609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 lety (1)</Template>
  <TotalTime>162</TotalTime>
  <Words>363</Words>
  <Application>Microsoft Office PowerPoint</Application>
  <PresentationFormat>Panorámica</PresentationFormat>
  <Paragraphs>64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Tema1 lety</vt:lpstr>
      <vt:lpstr>uv </vt:lpstr>
      <vt:lpstr>El gran problema</vt:lpstr>
      <vt:lpstr>¿Qué es uv? </vt:lpstr>
      <vt:lpstr>Conceptos clave </vt:lpstr>
      <vt:lpstr>Comandos útiles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2026-10-12T00:26:18Z</dcterms:created>
  <dcterms:modified xsi:type="dcterms:W3CDTF">2026-10-13T05:38:48Z</dcterms:modified>
</cp:coreProperties>
</file>